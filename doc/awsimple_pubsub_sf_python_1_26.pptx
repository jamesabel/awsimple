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6" r:id="rId3"/>
    <p:sldId id="268" r:id="rId4"/>
    <p:sldId id="267" r:id="rId5"/>
    <p:sldId id="26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4" autoAdjust="0"/>
    <p:restoredTop sz="91307" autoAdjust="0"/>
  </p:normalViewPr>
  <p:slideViewPr>
    <p:cSldViewPr snapToGrid="0">
      <p:cViewPr varScale="1">
        <p:scale>
          <a:sx n="91" d="100"/>
          <a:sy n="91" d="100"/>
        </p:scale>
        <p:origin x="9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3C203-C60F-4F58-A893-D058A36AB2D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729457-356E-4D5D-B97F-6B0C1CB22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057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729457-356E-4D5D-B97F-6B0C1CB229E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022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4AE84-B166-F803-C4E2-91A94997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D0227-478C-7646-48C6-7DAEF9A11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44B54E-D838-BE27-F877-4A238282E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 aging out SNS Topics as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0D6A4A-6254-CC84-68F2-031FD349B9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729457-356E-4D5D-B97F-6B0C1CB229E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410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49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549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034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1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58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36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41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463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82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820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609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70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42F8A-3D39-453B-97B3-448A71AE72F9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56AF5C-696B-4F49-8771-84290E72D27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4974941" y="6356350"/>
            <a:ext cx="237218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James Abel - AWSimple</a:t>
            </a:r>
          </a:p>
        </p:txBody>
      </p:sp>
    </p:spTree>
    <p:extLst>
      <p:ext uri="{BB962C8B-B14F-4D97-AF65-F5344CB8AC3E}">
        <p14:creationId xmlns:p14="http://schemas.microsoft.com/office/powerpoint/2010/main" val="5171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bel.co/" TargetMode="External"/><Relationship Id="rId2" Type="http://schemas.openxmlformats.org/officeDocument/2006/relationships/hyperlink" Target="mailto:j@abel.co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bytes.fm/episodes/show/224/join-us-on-a-python-adventure-back-to-197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wsimple.readthedocs.io/" TargetMode="External"/><Relationship Id="rId4" Type="http://schemas.openxmlformats.org/officeDocument/2006/relationships/hyperlink" Target="https://github.com/jamesabel/awsimple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77330" y="751230"/>
            <a:ext cx="10101649" cy="2387600"/>
          </a:xfrm>
        </p:spPr>
        <p:txBody>
          <a:bodyPr>
            <a:normAutofit/>
          </a:bodyPr>
          <a:lstStyle/>
          <a:p>
            <a:r>
              <a:rPr lang="en-US" b="1" dirty="0" err="1"/>
              <a:t>AWSimple</a:t>
            </a:r>
            <a:r>
              <a:rPr lang="en-US" b="1" dirty="0"/>
              <a:t> </a:t>
            </a:r>
            <a:r>
              <a:rPr lang="en-US" b="1" dirty="0" err="1"/>
              <a:t>PubSub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4977" y="3793310"/>
            <a:ext cx="9144000" cy="255715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James Abel</a:t>
            </a:r>
          </a:p>
          <a:p>
            <a:r>
              <a:rPr lang="en-US" dirty="0"/>
              <a:t>SF Python Meetup</a:t>
            </a:r>
          </a:p>
          <a:p>
            <a:r>
              <a:rPr lang="en-US" dirty="0"/>
              <a:t>January 14, 2026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j@abel.co</a:t>
            </a:r>
            <a:r>
              <a:rPr lang="en-US" dirty="0"/>
              <a:t>   @jamesabel   </a:t>
            </a:r>
            <a:r>
              <a:rPr lang="en-US" dirty="0">
                <a:hlinkClick r:id="rId3"/>
              </a:rPr>
              <a:t>www.abel.co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0709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1B0DD-BA18-4636-9458-8C08F3BFC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71" y="214454"/>
            <a:ext cx="10364139" cy="872743"/>
          </a:xfrm>
        </p:spPr>
        <p:txBody>
          <a:bodyPr/>
          <a:lstStyle/>
          <a:p>
            <a:r>
              <a:rPr lang="en-US" dirty="0"/>
              <a:t>AWSimple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2081E-5514-471C-917A-617ECF050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888" y="1219200"/>
            <a:ext cx="10515600" cy="518334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Simple Object-Oriented API on top of boto3. Emphasis on cost-effective, scale-to-zero cloud services.</a:t>
            </a:r>
          </a:p>
          <a:p>
            <a:r>
              <a:rPr lang="en-US" dirty="0"/>
              <a:t>Easy S3 access with locally cached S3 accesses. Reduces network traffic, AWS costs, and can speed up access.</a:t>
            </a:r>
          </a:p>
          <a:p>
            <a:r>
              <a:rPr lang="en-US" dirty="0"/>
              <a:t>Easy DynamoDB access with locally cached full table scans.</a:t>
            </a:r>
          </a:p>
          <a:p>
            <a:r>
              <a:rPr lang="en-US" dirty="0"/>
              <a:t>Supports moto mocking. Avoids AWS charges during testing.</a:t>
            </a:r>
          </a:p>
          <a:p>
            <a:r>
              <a:rPr lang="en-US" dirty="0" err="1"/>
              <a:t>PubSub</a:t>
            </a:r>
            <a:r>
              <a:rPr lang="en-US" dirty="0"/>
              <a:t> (</a:t>
            </a:r>
            <a:r>
              <a:rPr lang="en-US" i="1" dirty="0"/>
              <a:t>today’s topic</a:t>
            </a:r>
            <a:r>
              <a:rPr lang="en-US" dirty="0"/>
              <a:t>)</a:t>
            </a:r>
          </a:p>
          <a:p>
            <a:endParaRPr lang="en-US" dirty="0">
              <a:solidFill>
                <a:srgbClr val="24292E"/>
              </a:solidFill>
              <a:latin typeface="-apple-system"/>
            </a:endParaRPr>
          </a:p>
          <a:p>
            <a:r>
              <a:rPr lang="en-US" dirty="0">
                <a:solidFill>
                  <a:srgbClr val="24292E"/>
                </a:solidFill>
                <a:latin typeface="-apple-system"/>
              </a:rPr>
              <a:t>Featured on </a:t>
            </a:r>
            <a:r>
              <a:rPr lang="en-US" dirty="0" err="1">
                <a:latin typeface="-apple-system"/>
                <a:hlinkClick r:id="rId3"/>
              </a:rPr>
              <a:t>PythonBytes</a:t>
            </a:r>
            <a:r>
              <a:rPr lang="en-US" dirty="0">
                <a:latin typeface="-apple-system"/>
                <a:hlinkClick r:id="rId3"/>
              </a:rPr>
              <a:t> Podcast Episode #224</a:t>
            </a:r>
            <a:endParaRPr lang="en-US" dirty="0">
              <a:latin typeface="-apple-system"/>
            </a:endParaRPr>
          </a:p>
          <a:p>
            <a:r>
              <a:rPr lang="en-US" dirty="0">
                <a:latin typeface="-apple-system"/>
              </a:rPr>
              <a:t>Repo: </a:t>
            </a:r>
            <a:r>
              <a:rPr lang="en-US" dirty="0">
                <a:latin typeface="-apple-system"/>
                <a:hlinkClick r:id="rId4"/>
              </a:rPr>
              <a:t>https://github.com/jamesabel/awsimple</a:t>
            </a:r>
            <a:r>
              <a:rPr lang="en-US" dirty="0">
                <a:latin typeface="-apple-system"/>
              </a:rPr>
              <a:t> </a:t>
            </a:r>
          </a:p>
          <a:p>
            <a:r>
              <a:rPr lang="en-US" dirty="0">
                <a:latin typeface="-apple-system"/>
              </a:rPr>
              <a:t>Docs: </a:t>
            </a:r>
            <a:r>
              <a:rPr lang="en-US" dirty="0">
                <a:latin typeface="-apple-system"/>
                <a:hlinkClick r:id="rId5"/>
              </a:rPr>
              <a:t>https://awsimple.readthedocs.io/</a:t>
            </a:r>
            <a:r>
              <a:rPr lang="en-US" dirty="0">
                <a:latin typeface="-apple-system"/>
              </a:rPr>
              <a:t> 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632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A1889-DC3D-4A69-5B9C-10CAB3C79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C00F5-2B4B-3426-EB0C-B3B16D11B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71" y="214454"/>
            <a:ext cx="10364139" cy="872743"/>
          </a:xfrm>
        </p:spPr>
        <p:txBody>
          <a:bodyPr/>
          <a:lstStyle/>
          <a:p>
            <a:r>
              <a:rPr lang="en-US" dirty="0" err="1"/>
              <a:t>AWSimple.PubSub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C24C8-6C3B-0248-1355-AA4D11D03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887" y="1219200"/>
            <a:ext cx="10790483" cy="5183341"/>
          </a:xfrm>
        </p:spPr>
        <p:txBody>
          <a:bodyPr>
            <a:normAutofit fontScale="77500" lnSpcReduction="20000"/>
          </a:bodyPr>
          <a:lstStyle/>
          <a:p>
            <a:r>
              <a:rPr lang="en-US" sz="3200" dirty="0" err="1"/>
              <a:t>MxN</a:t>
            </a:r>
            <a:r>
              <a:rPr lang="en-US" sz="3200" dirty="0"/>
              <a:t> </a:t>
            </a:r>
            <a:r>
              <a:rPr lang="en-US" sz="3200" dirty="0" err="1"/>
              <a:t>PubSub</a:t>
            </a:r>
            <a:endParaRPr lang="en-US" sz="3200" dirty="0"/>
          </a:p>
          <a:p>
            <a:pPr lvl="1"/>
            <a:r>
              <a:rPr lang="en-US" sz="2800" dirty="0"/>
              <a:t>Any number of publishers</a:t>
            </a:r>
          </a:p>
          <a:p>
            <a:pPr lvl="1"/>
            <a:r>
              <a:rPr lang="en-US" sz="2800" dirty="0"/>
              <a:t>Any number of subscribers</a:t>
            </a:r>
          </a:p>
          <a:p>
            <a:r>
              <a:rPr lang="en-US" sz="3200" dirty="0"/>
              <a:t>User provides a 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</a:t>
            </a:r>
            <a:r>
              <a:rPr lang="en-US" sz="3200" dirty="0"/>
              <a:t> name (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3200" dirty="0"/>
              <a:t>) used by publishers (Pub) and subscribers (Sub)</a:t>
            </a:r>
          </a:p>
          <a:p>
            <a:r>
              <a:rPr lang="en-US" sz="3200" dirty="0"/>
              <a:t>Automatically connects SNS </a:t>
            </a:r>
            <a:r>
              <a:rPr lang="en-US" sz="3200" dirty="0">
                <a:sym typeface="Wingdings" panose="05000000000000000000" pitchFamily="2" charset="2"/>
              </a:rPr>
              <a:t> SQS in AWS</a:t>
            </a:r>
          </a:p>
          <a:p>
            <a:pPr lvl="1"/>
            <a:r>
              <a:rPr lang="en-US" sz="2800" dirty="0">
                <a:sym typeface="Wingdings" panose="05000000000000000000" pitchFamily="2" charset="2"/>
              </a:rPr>
              <a:t>One Topic, one or more Queues, per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channel</a:t>
            </a:r>
          </a:p>
          <a:p>
            <a:pPr lvl="1"/>
            <a:r>
              <a:rPr lang="en-US" sz="2800" dirty="0">
                <a:sym typeface="Wingdings" panose="05000000000000000000" pitchFamily="2" charset="2"/>
              </a:rPr>
              <a:t>SNS Topic and SQS Queue names are based on channel name, but created to not collide with other existing Topics and Queue</a:t>
            </a:r>
          </a:p>
          <a:p>
            <a:r>
              <a:rPr lang="en-US" sz="3200" dirty="0">
                <a:sym typeface="Wingdings" panose="05000000000000000000" pitchFamily="2" charset="2"/>
              </a:rPr>
              <a:t>Unused Queues are aged out</a:t>
            </a:r>
          </a:p>
          <a:p>
            <a:pPr lvl="1"/>
            <a:r>
              <a:rPr lang="en-US" sz="2800" dirty="0">
                <a:sym typeface="Wingdings" panose="05000000000000000000" pitchFamily="2" charset="2"/>
              </a:rPr>
              <a:t>SQS Queues deleted after 30 days of unuse</a:t>
            </a:r>
          </a:p>
          <a:p>
            <a:pPr lvl="1"/>
            <a:r>
              <a:rPr lang="en-US" sz="2800" dirty="0">
                <a:sym typeface="Wingdings" panose="05000000000000000000" pitchFamily="2" charset="2"/>
              </a:rPr>
              <a:t>Automatically re-created if used again</a:t>
            </a:r>
          </a:p>
          <a:p>
            <a:r>
              <a:rPr lang="en-US" sz="3200" dirty="0">
                <a:sym typeface="Wingdings" panose="05000000000000000000" pitchFamily="2" charset="2"/>
              </a:rPr>
              <a:t>Both run on Threads for responsiveness</a:t>
            </a:r>
          </a:p>
          <a:p>
            <a:r>
              <a:rPr lang="en-US" sz="3200" dirty="0">
                <a:sym typeface="Wingdings" panose="05000000000000000000" pitchFamily="2" charset="2"/>
              </a:rPr>
              <a:t>Scales to Zero</a:t>
            </a:r>
          </a:p>
          <a:p>
            <a:r>
              <a:rPr lang="en-US" sz="3200" dirty="0">
                <a:sym typeface="Wingdings" panose="05000000000000000000" pitchFamily="2" charset="2"/>
              </a:rPr>
              <a:t>Sub “Long Poll” on SQS</a:t>
            </a:r>
          </a:p>
        </p:txBody>
      </p:sp>
    </p:spTree>
    <p:extLst>
      <p:ext uri="{BB962C8B-B14F-4D97-AF65-F5344CB8AC3E}">
        <p14:creationId xmlns:p14="http://schemas.microsoft.com/office/powerpoint/2010/main" val="2231674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D8F08-A577-406A-B191-176B92634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330" y="173949"/>
            <a:ext cx="11490250" cy="3310348"/>
          </a:xfrm>
          <a:ln w="1270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awsimple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Pub</a:t>
            </a:r>
          </a:p>
          <a:p>
            <a:pPr marL="0" indent="0">
              <a:buNone/>
            </a:pP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pub = Pub("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awsimple_pubsub_example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") # channel</a:t>
            </a:r>
          </a:p>
          <a:p>
            <a:pPr marL="0" indent="0">
              <a:buNone/>
            </a:pP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pub.start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input_message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:= input(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f"Message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to publish (or Enter to exit):").strip():</a:t>
            </a:r>
          </a:p>
          <a:p>
            <a:pPr marL="0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pub.publish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({"message":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input_message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})</a:t>
            </a:r>
          </a:p>
          <a:p>
            <a:pPr marL="0" indent="0">
              <a:buNone/>
            </a:pP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pub.request_exit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9F4D5C-DD68-0EB5-CDA2-58297A245596}"/>
              </a:ext>
            </a:extLst>
          </p:cNvPr>
          <p:cNvSpPr txBox="1">
            <a:spLocks/>
          </p:cNvSpPr>
          <p:nvPr/>
        </p:nvSpPr>
        <p:spPr>
          <a:xfrm>
            <a:off x="347330" y="3671778"/>
            <a:ext cx="11490250" cy="2706064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awsimple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Sub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sub = Sub("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awsimple_pubsub_example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sub_callback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=print) # channel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sub.start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input("Press Enter to exit...\n")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sub.request_exit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8977F-A4E0-A50B-5606-01F7700346E0}"/>
              </a:ext>
            </a:extLst>
          </p:cNvPr>
          <p:cNvSpPr txBox="1"/>
          <p:nvPr/>
        </p:nvSpPr>
        <p:spPr>
          <a:xfrm>
            <a:off x="10249785" y="295861"/>
            <a:ext cx="881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PUB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CC447-0A25-123F-F78A-C19569AA6FB9}"/>
              </a:ext>
            </a:extLst>
          </p:cNvPr>
          <p:cNvSpPr txBox="1"/>
          <p:nvPr/>
        </p:nvSpPr>
        <p:spPr>
          <a:xfrm>
            <a:off x="10332044" y="3741580"/>
            <a:ext cx="8595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318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8000" b="1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9039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1968</TotalTime>
  <Words>333</Words>
  <Application>Microsoft Office PowerPoint</Application>
  <PresentationFormat>Widescreen</PresentationFormat>
  <Paragraphs>50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-apple-system</vt:lpstr>
      <vt:lpstr>Arial</vt:lpstr>
      <vt:lpstr>Calibri</vt:lpstr>
      <vt:lpstr>Calibri Light</vt:lpstr>
      <vt:lpstr>Courier New</vt:lpstr>
      <vt:lpstr>Wingdings</vt:lpstr>
      <vt:lpstr>Office Theme</vt:lpstr>
      <vt:lpstr>AWSimple PubSub</vt:lpstr>
      <vt:lpstr>AWSimple</vt:lpstr>
      <vt:lpstr>AWSimple.PubSub</vt:lpstr>
      <vt:lpstr>PowerPoint Presentation</vt:lpstr>
      <vt:lpstr>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AWSimple</dc:title>
  <dc:creator>j@abel.co</dc:creator>
  <cp:lastModifiedBy>James Abel</cp:lastModifiedBy>
  <cp:revision>116</cp:revision>
  <dcterms:created xsi:type="dcterms:W3CDTF">2016-08-19T03:49:00Z</dcterms:created>
  <dcterms:modified xsi:type="dcterms:W3CDTF">2026-01-14T16:21:27Z</dcterms:modified>
</cp:coreProperties>
</file>